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4"/>
  </p:sldMasterIdLst>
  <p:notesMasterIdLst>
    <p:notesMasterId r:id="rId9"/>
  </p:notesMasterIdLst>
  <p:handoutMasterIdLst>
    <p:handoutMasterId r:id="rId10"/>
  </p:handoutMasterIdLst>
  <p:sldIdLst>
    <p:sldId id="3825" r:id="rId5"/>
    <p:sldId id="3827" r:id="rId6"/>
    <p:sldId id="3828" r:id="rId7"/>
    <p:sldId id="3829" r:id="rId8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 userDrawn="1">
          <p15:clr>
            <a:srgbClr val="A4A3A4"/>
          </p15:clr>
        </p15:guide>
        <p15:guide id="2" orient="horz" pos="3408" userDrawn="1">
          <p15:clr>
            <a:srgbClr val="A4A3A4"/>
          </p15:clr>
        </p15:guide>
        <p15:guide id="3" pos="6936" userDrawn="1">
          <p15:clr>
            <a:srgbClr val="A4A3A4"/>
          </p15:clr>
        </p15:guide>
        <p15:guide id="4" pos="7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03A8C4-6522-9B0B-C1BF-0CC19F589344}" v="286" dt="2026-03-12T08:10:20.734"/>
    <p1510:client id="{35951F99-270D-4922-A965-4510CFB80544}" v="8" dt="2026-03-12T08:16:11.3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1200"/>
        <p:guide orient="horz" pos="3408"/>
        <p:guide pos="6936"/>
        <p:guide pos="7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EDCE667-0E8B-4020-B798-9F540ACF8A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8FE84B-4CF5-479A-98FA-101E6C92240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249E17-B59A-4F61-B8D2-5B4F41E1978D}" type="datetime1">
              <a:rPr lang="en-GB" smtClean="0"/>
              <a:t>12/03/2026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871FFA-2EDD-435F-95BB-D4913CE5231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F549EF-DEA6-491C-B092-AD1829A0E2C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3C7C88-02FC-450C-BC0C-36A3D372F9C7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46697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BE95BD-28DC-4C06-ABE7-D1DD6658916C}" type="datetime1">
              <a:rPr lang="en-GB" smtClean="0"/>
              <a:pPr/>
              <a:t>12/03/2026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Quarter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0C6A29-4676-420C-BBE3-ACC2B80F64D4}" type="slidenum">
              <a:rPr lang="en-GB" noProof="0" smtClean="0"/>
              <a:t>‹Nr.›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80459704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0C6A29-4676-420C-BBE3-ACC2B80F64D4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81415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0C6A29-4676-420C-BBE3-ACC2B80F64D4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0943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0C6A29-4676-420C-BBE3-ACC2B80F64D4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8888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CAEF3-D4DB-1357-4124-DDDEE5B71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63D5A4-4705-EE16-9293-0ECCC6E250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7155BF-9F3C-CA5F-0CB8-67229E1E5B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5A5310-8880-E815-1A6F-3F143FAFC6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0C6A29-4676-420C-BBE3-ACC2B80F64D4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2680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3">
            <a:extLst>
              <a:ext uri="{FF2B5EF4-FFF2-40B4-BE49-F238E27FC236}">
                <a16:creationId xmlns:a16="http://schemas.microsoft.com/office/drawing/2014/main" id="{FCE00AC6-1AA1-42D9-83DD-4C308C3F9322}"/>
              </a:ext>
            </a:extLst>
          </p:cNvPr>
          <p:cNvSpPr/>
          <p:nvPr userDrawn="1"/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19A315-F756-49EC-8181-0EC3F0A37B09}"/>
              </a:ext>
            </a:extLst>
          </p:cNvPr>
          <p:cNvCxnSpPr>
            <a:cxnSpLocks/>
          </p:cNvCxnSpPr>
          <p:nvPr userDrawn="1"/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60F3E26-F530-48F5-983F-9DCFF41D4F39}"/>
              </a:ext>
            </a:extLst>
          </p:cNvPr>
          <p:cNvSpPr/>
          <p:nvPr userDrawn="1"/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C97701E-DAF9-4174-AA91-DA203CD27D6A}"/>
              </a:ext>
            </a:extLst>
          </p:cNvPr>
          <p:cNvSpPr/>
          <p:nvPr userDrawn="1"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F765374-1A4B-41DC-9E75-A95A6C655328}"/>
              </a:ext>
            </a:extLst>
          </p:cNvPr>
          <p:cNvSpPr/>
          <p:nvPr userDrawn="1"/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18DB8E-B14E-42E2-B454-6F4F36A8A9D9}"/>
              </a:ext>
            </a:extLst>
          </p:cNvPr>
          <p:cNvSpPr/>
          <p:nvPr userDrawn="1"/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97666F55-03F1-4D18-9653-0F360E127A7E}"/>
              </a:ext>
            </a:extLst>
          </p:cNvPr>
          <p:cNvSpPr/>
          <p:nvPr userDrawn="1"/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3208" y="2743200"/>
            <a:ext cx="6592824" cy="2386584"/>
          </a:xfrm>
        </p:spPr>
        <p:txBody>
          <a:bodyPr rtlCol="0"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en-GB" noProof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3208" y="5221224"/>
            <a:ext cx="6592824" cy="996696"/>
          </a:xfrm>
        </p:spPr>
        <p:txBody>
          <a:bodyPr rtlCol="0"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/>
              <a:t>Master-Untertitelformat bearbeiten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1041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AFA665D7-34D0-4262-B345-9B1A1BA8DA17}"/>
              </a:ext>
            </a:extLst>
          </p:cNvPr>
          <p:cNvSpPr/>
          <p:nvPr userDrawn="1"/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9ECC553-79E5-4B14-89C9-4DAD2B1021B1}"/>
              </a:ext>
            </a:extLst>
          </p:cNvPr>
          <p:cNvSpPr/>
          <p:nvPr userDrawn="1"/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797934-7E2B-4F94-89C4-0279413FF821}"/>
              </a:ext>
            </a:extLst>
          </p:cNvPr>
          <p:cNvSpPr/>
          <p:nvPr userDrawn="1"/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432" y="1399032"/>
            <a:ext cx="3236976" cy="4069080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en-GB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152" y="1527048"/>
            <a:ext cx="5111496" cy="3931920"/>
          </a:xfrm>
        </p:spPr>
        <p:txBody>
          <a:bodyPr rtlCol="0" anchor="ctr"/>
          <a:lstStyle>
            <a:lvl1pPr marL="0" indent="0">
              <a:buNone/>
              <a:defRPr/>
            </a:lvl1pPr>
            <a:lvl2pPr marL="228600">
              <a:defRPr/>
            </a:lvl2pPr>
            <a:lvl3pPr marL="457200">
              <a:defRPr/>
            </a:lvl3pPr>
            <a:lvl4pPr>
              <a:buNone/>
              <a:defRPr/>
            </a:lvl4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en-GB" noProof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en-GB" noProof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fld id="{D76B855D-E9CC-4FF8-AD85-6CDC7B89A0DE}" type="slidenum">
              <a:rPr lang="en-GB" noProof="0" smtClean="0">
                <a:solidFill>
                  <a:prstClr val="black">
                    <a:tint val="75000"/>
                  </a:prstClr>
                </a:solidFill>
              </a:rPr>
              <a:pPr rtl="0">
                <a:defRPr/>
              </a:pPr>
              <a:t>‹Nr.›</a:t>
            </a:fld>
            <a:endParaRPr lang="en-GB" noProof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944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5A614E3F-4FB2-4152-A59C-941C908D7B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00479" y="1150210"/>
            <a:ext cx="2207046" cy="2204178"/>
          </a:xfrm>
          <a:custGeom>
            <a:avLst/>
            <a:gdLst>
              <a:gd name="connsiteX0" fmla="*/ 1098749 w 2207046"/>
              <a:gd name="connsiteY0" fmla="*/ 0 h 2204178"/>
              <a:gd name="connsiteX1" fmla="*/ 2201707 w 2207046"/>
              <a:gd name="connsiteY1" fmla="*/ 995326 h 2204178"/>
              <a:gd name="connsiteX2" fmla="*/ 2207046 w 2207046"/>
              <a:gd name="connsiteY2" fmla="*/ 1101058 h 2204178"/>
              <a:gd name="connsiteX3" fmla="*/ 2207046 w 2207046"/>
              <a:gd name="connsiteY3" fmla="*/ 1116306 h 2204178"/>
              <a:gd name="connsiteX4" fmla="*/ 2201707 w 2207046"/>
              <a:gd name="connsiteY4" fmla="*/ 1222039 h 2204178"/>
              <a:gd name="connsiteX5" fmla="*/ 1322187 w 2207046"/>
              <a:gd name="connsiteY5" fmla="*/ 2194840 h 2204178"/>
              <a:gd name="connsiteX6" fmla="*/ 1260999 w 2207046"/>
              <a:gd name="connsiteY6" fmla="*/ 2204178 h 2204178"/>
              <a:gd name="connsiteX7" fmla="*/ 936500 w 2207046"/>
              <a:gd name="connsiteY7" fmla="*/ 2204178 h 2204178"/>
              <a:gd name="connsiteX8" fmla="*/ 875311 w 2207046"/>
              <a:gd name="connsiteY8" fmla="*/ 2194840 h 2204178"/>
              <a:gd name="connsiteX9" fmla="*/ 12592 w 2207046"/>
              <a:gd name="connsiteY9" fmla="*/ 1332120 h 2204178"/>
              <a:gd name="connsiteX10" fmla="*/ 0 w 2207046"/>
              <a:gd name="connsiteY10" fmla="*/ 1249617 h 2204178"/>
              <a:gd name="connsiteX11" fmla="*/ 0 w 2207046"/>
              <a:gd name="connsiteY11" fmla="*/ 967747 h 2204178"/>
              <a:gd name="connsiteX12" fmla="*/ 12592 w 2207046"/>
              <a:gd name="connsiteY12" fmla="*/ 885244 h 2204178"/>
              <a:gd name="connsiteX13" fmla="*/ 1098749 w 2207046"/>
              <a:gd name="connsiteY13" fmla="*/ 0 h 220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07046" h="2204178">
                <a:moveTo>
                  <a:pt x="1098749" y="0"/>
                </a:moveTo>
                <a:cubicBezTo>
                  <a:pt x="1672788" y="0"/>
                  <a:pt x="2144931" y="436266"/>
                  <a:pt x="2201707" y="995326"/>
                </a:cubicBezTo>
                <a:lnTo>
                  <a:pt x="2207046" y="1101058"/>
                </a:lnTo>
                <a:lnTo>
                  <a:pt x="2207046" y="1116306"/>
                </a:lnTo>
                <a:lnTo>
                  <a:pt x="2201707" y="1222039"/>
                </a:lnTo>
                <a:cubicBezTo>
                  <a:pt x="2152501" y="1706557"/>
                  <a:pt x="1791308" y="2098844"/>
                  <a:pt x="1322187" y="2194840"/>
                </a:cubicBezTo>
                <a:lnTo>
                  <a:pt x="1260999" y="2204178"/>
                </a:lnTo>
                <a:lnTo>
                  <a:pt x="936500" y="2204178"/>
                </a:lnTo>
                <a:lnTo>
                  <a:pt x="875311" y="2194840"/>
                </a:lnTo>
                <a:cubicBezTo>
                  <a:pt x="442276" y="2106228"/>
                  <a:pt x="101204" y="1765156"/>
                  <a:pt x="12592" y="1332120"/>
                </a:cubicBezTo>
                <a:lnTo>
                  <a:pt x="0" y="1249617"/>
                </a:lnTo>
                <a:lnTo>
                  <a:pt x="0" y="967747"/>
                </a:lnTo>
                <a:lnTo>
                  <a:pt x="12592" y="885244"/>
                </a:lnTo>
                <a:cubicBezTo>
                  <a:pt x="115972" y="380036"/>
                  <a:pt x="562980" y="0"/>
                  <a:pt x="1098749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44632" y="2579683"/>
            <a:ext cx="3096807" cy="3096807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4"/>
            <a:ext cx="5806440" cy="1325880"/>
          </a:xfrm>
        </p:spPr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en-GB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1825625"/>
            <a:ext cx="5806440" cy="4352544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buNone/>
              <a:defRPr sz="2400"/>
            </a:lvl1pPr>
            <a:lvl2pPr marL="228600">
              <a:lnSpc>
                <a:spcPct val="110000"/>
              </a:lnSpc>
              <a:defRPr sz="2000"/>
            </a:lvl2pPr>
            <a:lvl3pPr marL="457200">
              <a:lnSpc>
                <a:spcPct val="110000"/>
              </a:lnSpc>
              <a:defRPr sz="1800"/>
            </a:lvl3pPr>
            <a:lvl4pPr marL="685800"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/>
            </a:lvl5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en-GB" dirty="0">
                <a:solidFill>
                  <a:prstClr val="black">
                    <a:tint val="75000"/>
                  </a:prstClr>
                </a:solidFill>
              </a:rPr>
              <a:t>16/04/2026</a:t>
            </a:r>
            <a:endParaRPr lang="en-GB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en-GB" noProof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fld id="{D76B855D-E9CC-4FF8-AD85-6CDC7B89A0DE}" type="slidenum">
              <a:rPr lang="en-GB" noProof="0" smtClean="0">
                <a:solidFill>
                  <a:prstClr val="black">
                    <a:tint val="75000"/>
                  </a:prstClr>
                </a:solidFill>
              </a:rPr>
              <a:pPr rtl="0">
                <a:defRPr/>
              </a:pPr>
              <a:t>‹Nr.›</a:t>
            </a:fld>
            <a:endParaRPr lang="en-GB" noProof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E71C73-7BAD-4838-88C1-42E045A9D179}"/>
              </a:ext>
            </a:extLst>
          </p:cNvPr>
          <p:cNvSpPr/>
          <p:nvPr userDrawn="1"/>
        </p:nvSpPr>
        <p:spPr>
          <a:xfrm>
            <a:off x="10249620" y="1555068"/>
            <a:ext cx="819303" cy="7970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560922-5803-412D-880B-065E75DCBC0A}"/>
              </a:ext>
            </a:extLst>
          </p:cNvPr>
          <p:cNvSpPr/>
          <p:nvPr userDrawn="1"/>
        </p:nvSpPr>
        <p:spPr>
          <a:xfrm>
            <a:off x="7590089" y="4034393"/>
            <a:ext cx="876704" cy="876704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0839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200EACD1-D216-4037-8AFF-80CF273586DF}"/>
              </a:ext>
            </a:extLst>
          </p:cNvPr>
          <p:cNvSpPr/>
          <p:nvPr userDrawn="1"/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F941DE04-3FEA-4A57-B200-F9F6A765C792}"/>
              </a:ext>
            </a:extLst>
          </p:cNvPr>
          <p:cNvSpPr/>
          <p:nvPr userDrawn="1"/>
        </p:nvSpPr>
        <p:spPr>
          <a:xfrm rot="9222429" flipV="1">
            <a:off x="2494119" y="-28502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565C7B4-4152-4548-A771-EB148A028FDB}"/>
              </a:ext>
            </a:extLst>
          </p:cNvPr>
          <p:cNvSpPr/>
          <p:nvPr userDrawn="1"/>
        </p:nvSpPr>
        <p:spPr>
          <a:xfrm>
            <a:off x="8165417" y="5241988"/>
            <a:ext cx="759403" cy="7388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9272" y="1380744"/>
            <a:ext cx="5559552" cy="2514600"/>
          </a:xfrm>
        </p:spPr>
        <p:txBody>
          <a:bodyPr rtlCol="0"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en-GB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9272" y="4078224"/>
            <a:ext cx="5559552" cy="1536192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785573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5"/>
            <a:ext cx="10515600" cy="1325563"/>
          </a:xfrm>
        </p:spPr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en-GB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576" y="1911096"/>
            <a:ext cx="9829800" cy="3859742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rtl="0">
              <a:defRPr>
                <a:latin typeface="+mn-lt"/>
              </a:defRPr>
            </a:lvl1pPr>
          </a:lstStyle>
          <a:p>
            <a:pPr>
              <a:defRPr/>
            </a:pPr>
            <a:r>
              <a:rPr lang="en-GB" dirty="0">
                <a:solidFill>
                  <a:prstClr val="black">
                    <a:tint val="75000"/>
                  </a:prstClr>
                </a:solidFill>
              </a:rPr>
              <a:t>16/04/2026</a:t>
            </a:r>
            <a:endParaRPr lang="en-GB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en-GB" noProof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fld id="{D76B855D-E9CC-4FF8-AD85-6CDC7B89A0DE}" type="slidenum">
              <a:rPr lang="en-GB" noProof="0" smtClean="0">
                <a:solidFill>
                  <a:prstClr val="black">
                    <a:tint val="75000"/>
                  </a:prstClr>
                </a:solidFill>
              </a:rPr>
              <a:pPr rtl="0">
                <a:defRPr/>
              </a:pPr>
              <a:t>‹Nr.›</a:t>
            </a:fld>
            <a:endParaRPr lang="en-GB" noProof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5081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en-GB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GB" dirty="0">
                <a:solidFill>
                  <a:prstClr val="black">
                    <a:tint val="75000"/>
                  </a:prstClr>
                </a:solidFill>
              </a:rPr>
              <a:t>16/04/2026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en-GB" noProof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fld id="{D76B855D-E9CC-4FF8-AD85-6CDC7B89A0DE}" type="slidenum">
              <a:rPr lang="en-GB" noProof="0" smtClean="0">
                <a:solidFill>
                  <a:prstClr val="black">
                    <a:tint val="75000"/>
                  </a:prstClr>
                </a:solidFill>
              </a:rPr>
              <a:pPr rtl="0">
                <a:defRPr/>
              </a:pPr>
              <a:t>‹Nr.›</a:t>
            </a:fld>
            <a:endParaRPr lang="en-GB" noProof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1096"/>
            <a:ext cx="10515600" cy="3859742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898923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with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3E3FD7E-C80A-4707-A8E9-4134DF91F3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 rtlCol="0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0EC23F5-CD2E-4207-A4E6-73BDFF74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0" y="370600"/>
            <a:ext cx="5923842" cy="5923842"/>
          </a:xfrm>
          <a:custGeom>
            <a:avLst/>
            <a:gdLst>
              <a:gd name="connsiteX0" fmla="*/ 2961921 w 5923842"/>
              <a:gd name="connsiteY0" fmla="*/ 0 h 5923842"/>
              <a:gd name="connsiteX1" fmla="*/ 5923842 w 5923842"/>
              <a:gd name="connsiteY1" fmla="*/ 2961921 h 5923842"/>
              <a:gd name="connsiteX2" fmla="*/ 2961921 w 5923842"/>
              <a:gd name="connsiteY2" fmla="*/ 5923842 h 5923842"/>
              <a:gd name="connsiteX3" fmla="*/ 0 w 5923842"/>
              <a:gd name="connsiteY3" fmla="*/ 2961921 h 5923842"/>
              <a:gd name="connsiteX4" fmla="*/ 2961921 w 5923842"/>
              <a:gd name="connsiteY4" fmla="*/ 0 h 59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3842" h="5923842">
                <a:moveTo>
                  <a:pt x="2961921" y="0"/>
                </a:moveTo>
                <a:cubicBezTo>
                  <a:pt x="4597745" y="0"/>
                  <a:pt x="5923842" y="1326097"/>
                  <a:pt x="5923842" y="2961921"/>
                </a:cubicBezTo>
                <a:cubicBezTo>
                  <a:pt x="5923842" y="4597745"/>
                  <a:pt x="4597745" y="5923842"/>
                  <a:pt x="2961921" y="5923842"/>
                </a:cubicBezTo>
                <a:cubicBezTo>
                  <a:pt x="1326097" y="5923842"/>
                  <a:pt x="0" y="4597745"/>
                  <a:pt x="0" y="2961921"/>
                </a:cubicBezTo>
                <a:cubicBezTo>
                  <a:pt x="0" y="1326097"/>
                  <a:pt x="1326097" y="0"/>
                  <a:pt x="2961921" y="0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</p:spPr>
        <p:txBody>
          <a:bodyPr wrap="square" lIns="457200" rIns="457200" bIns="2331720" rtlCol="0" anchor="b" anchorCtr="0">
            <a:no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en-GB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75304" y="4379976"/>
            <a:ext cx="5038344" cy="713232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FE53-FB67-4871-8485-71BAAFD7D1B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rtl="0">
              <a:defRPr/>
            </a:pPr>
            <a:r>
              <a:rPr lang="en-GB" noProof="0"/>
              <a:t>9/3/20XX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D26FED4-1CE2-444B-A77E-EB3CB505AF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rtl="0">
              <a:defRPr/>
            </a:pPr>
            <a:r>
              <a:rPr lang="en-GB" noProof="0"/>
              <a:t>Presentation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8FD25AA-10CC-48D8-9577-257871107B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rtl="0">
              <a:defRPr/>
            </a:pPr>
            <a:fld id="{D76B855D-E9CC-4FF8-AD85-6CDC7B89A0DE}" type="slidenum">
              <a:rPr lang="en-GB" noProof="0" smtClean="0"/>
              <a:pPr rtl="0">
                <a:defRPr/>
              </a:pPr>
              <a:t>‹Nr.›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20328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en-GB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en-GB" noProof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en-GB" noProof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rtl="0">
              <a:defRPr>
                <a:latin typeface="+mn-lt"/>
              </a:defRPr>
            </a:lvl1pPr>
          </a:lstStyle>
          <a:p>
            <a:pPr>
              <a:defRPr/>
            </a:pPr>
            <a:r>
              <a:rPr lang="en-GB" dirty="0">
                <a:solidFill>
                  <a:prstClr val="black">
                    <a:tint val="75000"/>
                  </a:prstClr>
                </a:solidFill>
              </a:rPr>
              <a:t>16/04/2026</a:t>
            </a:r>
            <a:endParaRPr lang="en-GB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en-GB" noProof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fld id="{D76B855D-E9CC-4FF8-AD85-6CDC7B89A0DE}" type="slidenum">
              <a:rPr lang="en-GB" noProof="0" smtClean="0">
                <a:solidFill>
                  <a:prstClr val="black">
                    <a:tint val="75000"/>
                  </a:prstClr>
                </a:solidFill>
              </a:rPr>
              <a:pPr rtl="0">
                <a:defRPr/>
              </a:pPr>
              <a:t>‹Nr.›</a:t>
            </a:fld>
            <a:endParaRPr lang="en-GB" noProof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6906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en-GB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en-GB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GB" dirty="0">
                <a:solidFill>
                  <a:prstClr val="black">
                    <a:tint val="75000"/>
                  </a:prstClr>
                </a:solidFill>
              </a:rPr>
              <a:t>16/04/2026</a:t>
            </a:r>
          </a:p>
          <a:p>
            <a:pPr>
              <a:defRPr/>
            </a:pPr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en-GB" noProof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fld id="{D76B855D-E9CC-4FF8-AD85-6CDC7B89A0DE}" type="slidenum">
              <a:rPr lang="en-GB" noProof="0" smtClean="0">
                <a:solidFill>
                  <a:prstClr val="black">
                    <a:tint val="75000"/>
                  </a:prstClr>
                </a:solidFill>
              </a:rPr>
              <a:pPr rtl="0">
                <a:defRPr/>
              </a:pPr>
              <a:t>‹Nr.›</a:t>
            </a:fld>
            <a:endParaRPr lang="en-GB" noProof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594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en-GB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3291840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en-GB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53128" y="1681163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53128" y="2505075"/>
            <a:ext cx="3291840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GB" dirty="0">
                <a:solidFill>
                  <a:prstClr val="black">
                    <a:tint val="75000"/>
                  </a:prstClr>
                </a:solidFill>
              </a:rPr>
              <a:t>16/04/2026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en-GB" noProof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fld id="{D76B855D-E9CC-4FF8-AD85-6CDC7B89A0DE}" type="slidenum">
              <a:rPr lang="en-GB" noProof="0" smtClean="0">
                <a:solidFill>
                  <a:prstClr val="black">
                    <a:tint val="75000"/>
                  </a:prstClr>
                </a:solidFill>
              </a:rPr>
              <a:pPr rtl="0">
                <a:defRPr/>
              </a:pPr>
              <a:t>‹Nr.›</a:t>
            </a:fld>
            <a:endParaRPr lang="en-GB" noProof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ACF5677B-E56F-4452-ADDC-DA0E20A95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65008" y="1681163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865D9C09-AB3B-40EB-B1DA-9C6D7234345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65008" y="2505075"/>
            <a:ext cx="3291840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67273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medium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AA9DFF3-1B49-48A9-BF8A-57DD7D07CF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01259" y="2727729"/>
            <a:ext cx="4290740" cy="4130271"/>
          </a:xfrm>
          <a:custGeom>
            <a:avLst/>
            <a:gdLst>
              <a:gd name="connsiteX0" fmla="*/ 2503809 w 4290740"/>
              <a:gd name="connsiteY0" fmla="*/ 0 h 4130271"/>
              <a:gd name="connsiteX1" fmla="*/ 4198398 w 4290740"/>
              <a:gd name="connsiteY1" fmla="*/ 660580 h 4130271"/>
              <a:gd name="connsiteX2" fmla="*/ 4290740 w 4290740"/>
              <a:gd name="connsiteY2" fmla="*/ 751285 h 4130271"/>
              <a:gd name="connsiteX3" fmla="*/ 4290740 w 4290740"/>
              <a:gd name="connsiteY3" fmla="*/ 4130271 h 4130271"/>
              <a:gd name="connsiteX4" fmla="*/ 604508 w 4290740"/>
              <a:gd name="connsiteY4" fmla="*/ 4130271 h 4130271"/>
              <a:gd name="connsiteX5" fmla="*/ 461940 w 4290740"/>
              <a:gd name="connsiteY5" fmla="*/ 3953232 h 4130271"/>
              <a:gd name="connsiteX6" fmla="*/ 0 w 4290740"/>
              <a:gd name="connsiteY6" fmla="*/ 2503809 h 4130271"/>
              <a:gd name="connsiteX7" fmla="*/ 2503809 w 4290740"/>
              <a:gd name="connsiteY7" fmla="*/ 0 h 41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0740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0" y="751285"/>
                </a:lnTo>
                <a:lnTo>
                  <a:pt x="4290740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CFEFC13-B998-4A6F-A7ED-411E266D28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1609" y="0"/>
            <a:ext cx="3519311" cy="3007909"/>
          </a:xfrm>
          <a:custGeom>
            <a:avLst/>
            <a:gdLst>
              <a:gd name="connsiteX0" fmla="*/ 519779 w 3519311"/>
              <a:gd name="connsiteY0" fmla="*/ 0 h 3007909"/>
              <a:gd name="connsiteX1" fmla="*/ 2999531 w 3519311"/>
              <a:gd name="connsiteY1" fmla="*/ 0 h 3007909"/>
              <a:gd name="connsiteX2" fmla="*/ 3003920 w 3519311"/>
              <a:gd name="connsiteY2" fmla="*/ 3989 h 3007909"/>
              <a:gd name="connsiteX3" fmla="*/ 3519311 w 3519311"/>
              <a:gd name="connsiteY3" fmla="*/ 1248253 h 3007909"/>
              <a:gd name="connsiteX4" fmla="*/ 1759655 w 3519311"/>
              <a:gd name="connsiteY4" fmla="*/ 3007909 h 3007909"/>
              <a:gd name="connsiteX5" fmla="*/ 9084 w 3519311"/>
              <a:gd name="connsiteY5" fmla="*/ 1428168 h 3007909"/>
              <a:gd name="connsiteX6" fmla="*/ 0 w 3519311"/>
              <a:gd name="connsiteY6" fmla="*/ 1248273 h 3007909"/>
              <a:gd name="connsiteX7" fmla="*/ 0 w 3519311"/>
              <a:gd name="connsiteY7" fmla="*/ 1248233 h 3007909"/>
              <a:gd name="connsiteX8" fmla="*/ 9084 w 3519311"/>
              <a:gd name="connsiteY8" fmla="*/ 1068339 h 3007909"/>
              <a:gd name="connsiteX9" fmla="*/ 515391 w 3519311"/>
              <a:gd name="connsiteY9" fmla="*/ 3989 h 300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19311" h="3007909">
                <a:moveTo>
                  <a:pt x="519779" y="0"/>
                </a:moveTo>
                <a:lnTo>
                  <a:pt x="2999531" y="0"/>
                </a:lnTo>
                <a:lnTo>
                  <a:pt x="3003920" y="3989"/>
                </a:lnTo>
                <a:cubicBezTo>
                  <a:pt x="3322355" y="322424"/>
                  <a:pt x="3519311" y="762338"/>
                  <a:pt x="3519311" y="1248253"/>
                </a:cubicBezTo>
                <a:cubicBezTo>
                  <a:pt x="3519311" y="2220084"/>
                  <a:pt x="2731486" y="3007909"/>
                  <a:pt x="1759655" y="3007909"/>
                </a:cubicBezTo>
                <a:cubicBezTo>
                  <a:pt x="848565" y="3007909"/>
                  <a:pt x="99196" y="2315485"/>
                  <a:pt x="9084" y="1428168"/>
                </a:cubicBezTo>
                <a:lnTo>
                  <a:pt x="0" y="1248273"/>
                </a:lnTo>
                <a:lnTo>
                  <a:pt x="0" y="1248233"/>
                </a:lnTo>
                <a:lnTo>
                  <a:pt x="9084" y="1068339"/>
                </a:lnTo>
                <a:cubicBezTo>
                  <a:pt x="51137" y="654258"/>
                  <a:pt x="236761" y="282620"/>
                  <a:pt x="515391" y="3989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7BFFB5A-A05C-4B0C-905C-5884361304B2}"/>
              </a:ext>
            </a:extLst>
          </p:cNvPr>
          <p:cNvSpPr/>
          <p:nvPr userDrawn="1"/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9F33AC6C-4807-4785-AE9F-84BFEEDA9F7E}"/>
              </a:ext>
            </a:extLst>
          </p:cNvPr>
          <p:cNvSpPr/>
          <p:nvPr userDrawn="1"/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65760"/>
            <a:ext cx="5120640" cy="1325880"/>
          </a:xfrm>
        </p:spPr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en-GB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rtl="0">
              <a:defRPr>
                <a:latin typeface="+mn-lt"/>
              </a:defRPr>
            </a:lvl1pPr>
          </a:lstStyle>
          <a:p>
            <a:pPr>
              <a:defRPr/>
            </a:pPr>
            <a:r>
              <a:rPr lang="en-GB" dirty="0">
                <a:solidFill>
                  <a:prstClr val="black">
                    <a:tint val="75000"/>
                  </a:prstClr>
                </a:solidFill>
              </a:rPr>
              <a:t>16/04/2026</a:t>
            </a:r>
            <a:endParaRPr lang="en-GB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en-GB" noProof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fld id="{D76B855D-E9CC-4FF8-AD85-6CDC7B89A0DE}" type="slidenum">
              <a:rPr lang="en-GB" noProof="0" smtClean="0">
                <a:solidFill>
                  <a:prstClr val="black">
                    <a:tint val="75000"/>
                  </a:prstClr>
                </a:solidFill>
              </a:rPr>
              <a:pPr rtl="0">
                <a:defRPr/>
              </a:pPr>
              <a:t>‹Nr.›</a:t>
            </a:fld>
            <a:endParaRPr lang="en-GB" noProof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828800"/>
            <a:ext cx="5093208" cy="4352544"/>
          </a:xfrm>
        </p:spPr>
        <p:txBody>
          <a:bodyPr rtlCol="0"/>
          <a:lstStyle>
            <a:lvl1pPr marL="0" indent="0">
              <a:buNone/>
              <a:defRPr sz="2400"/>
            </a:lvl1pPr>
            <a:lvl2pPr marL="228600">
              <a:defRPr/>
            </a:lvl2pPr>
            <a:lvl3pPr marL="457200">
              <a:defRPr/>
            </a:lvl3pPr>
            <a:lvl4pPr marL="685800">
              <a:defRPr/>
            </a:lvl4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1413178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642EAF0-DE94-4F90-82E3-6F316AA8353A}"/>
              </a:ext>
            </a:extLst>
          </p:cNvPr>
          <p:cNvSpPr/>
          <p:nvPr userDrawn="1"/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22D7888-22FA-4AA1-9BA4-CC61D6643D47}"/>
              </a:ext>
            </a:extLst>
          </p:cNvPr>
          <p:cNvSpPr/>
          <p:nvPr userDrawn="1"/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BB6E464-8999-4773-A1F2-E6CAA990E572}"/>
              </a:ext>
            </a:extLst>
          </p:cNvPr>
          <p:cNvSpPr/>
          <p:nvPr userDrawn="1"/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E9CE183-B21E-41EB-A082-DF9C3AD659D5}"/>
              </a:ext>
            </a:extLst>
          </p:cNvPr>
          <p:cNvSpPr/>
          <p:nvPr userDrawn="1"/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EA14BE8-FDD0-4434-9C3E-BFF78C22D9E3}"/>
              </a:ext>
            </a:extLst>
          </p:cNvPr>
          <p:cNvSpPr/>
          <p:nvPr userDrawn="1"/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C76330B-4C5E-463F-921A-D91F1F1F6049}"/>
              </a:ext>
            </a:extLst>
          </p:cNvPr>
          <p:cNvSpPr/>
          <p:nvPr userDrawn="1"/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494E364-7EA8-4D92-915D-75D1A3A67C07}"/>
              </a:ext>
            </a:extLst>
          </p:cNvPr>
          <p:cNvSpPr/>
          <p:nvPr userDrawn="1"/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234440"/>
            <a:ext cx="3236976" cy="4069080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en-GB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82496" y="6356350"/>
            <a:ext cx="1545336" cy="365125"/>
          </a:xfrm>
        </p:spPr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en-GB" noProof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 rtlCol="0"/>
          <a:lstStyle>
            <a:lvl1pPr algn="l">
              <a:defRPr>
                <a:latin typeface="+mn-lt"/>
              </a:defRPr>
            </a:lvl1pPr>
          </a:lstStyle>
          <a:p>
            <a:pPr algn="l" rtl="0">
              <a:defRPr/>
            </a:pPr>
            <a:r>
              <a:rPr lang="en-GB" noProof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6456" y="6356350"/>
            <a:ext cx="850392" cy="365125"/>
          </a:xfrm>
        </p:spPr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fld id="{D76B855D-E9CC-4FF8-AD85-6CDC7B89A0DE}" type="slidenum">
              <a:rPr lang="en-GB" noProof="0" smtClean="0">
                <a:solidFill>
                  <a:prstClr val="black">
                    <a:tint val="75000"/>
                  </a:prstClr>
                </a:solidFill>
              </a:rPr>
              <a:pPr rtl="0">
                <a:defRPr/>
              </a:pPr>
              <a:t>‹Nr.›</a:t>
            </a:fld>
            <a:endParaRPr lang="en-GB" noProof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2551176"/>
            <a:ext cx="4709160" cy="1755648"/>
          </a:xfrm>
        </p:spPr>
        <p:txBody>
          <a:bodyPr rtlCol="0"/>
          <a:lstStyle>
            <a:lvl1pPr marL="0" indent="0">
              <a:buNone/>
              <a:defRPr sz="2400"/>
            </a:lvl1pPr>
            <a:lvl2pPr marL="228600">
              <a:defRPr sz="1800"/>
            </a:lvl2pPr>
            <a:lvl3pPr marL="457200">
              <a:defRPr sz="1800"/>
            </a:lvl3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82677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en-GB" noProof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en-GB" noProof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fld id="{D76B855D-E9CC-4FF8-AD85-6CDC7B89A0DE}" type="slidenum">
              <a:rPr lang="en-GB" noProof="0" smtClean="0">
                <a:solidFill>
                  <a:prstClr val="black">
                    <a:tint val="75000"/>
                  </a:prstClr>
                </a:solidFill>
              </a:rPr>
              <a:pPr rtl="0">
                <a:defRPr/>
              </a:pPr>
              <a:t>‹Nr.›</a:t>
            </a:fld>
            <a:endParaRPr lang="en-GB" noProof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4648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en-GB" noProof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en-GB" noProof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fld id="{D76B855D-E9CC-4FF8-AD85-6CDC7B89A0DE}" type="slidenum">
              <a:rPr lang="en-GB" noProof="0" smtClean="0">
                <a:solidFill>
                  <a:prstClr val="black">
                    <a:tint val="75000"/>
                  </a:prstClr>
                </a:solidFill>
              </a:rPr>
              <a:pPr rtl="0">
                <a:defRPr/>
              </a:pPr>
              <a:t>‹Nr.›</a:t>
            </a:fld>
            <a:endParaRPr lang="en-GB" noProof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9A1C714-6A0E-456D-A2E2-6288C0EA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354056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de-DE" noProof="0"/>
              <a:t>Mastertitelformat bearbeiten</a:t>
            </a:r>
            <a:endParaRPr lang="en-GB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en-GB" noProof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en-GB" noProof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fld id="{D76B855D-E9CC-4FF8-AD85-6CDC7B89A0DE}" type="slidenum">
              <a:rPr lang="en-GB" noProof="0" smtClean="0">
                <a:solidFill>
                  <a:prstClr val="black">
                    <a:tint val="75000"/>
                  </a:prstClr>
                </a:solidFill>
              </a:rPr>
              <a:pPr rtl="0">
                <a:defRPr/>
              </a:pPr>
              <a:t>‹Nr.›</a:t>
            </a:fld>
            <a:endParaRPr lang="en-GB" noProof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8628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de-DE" noProof="0"/>
              <a:t>Mastertitelformat bearbeiten</a:t>
            </a:r>
            <a:endParaRPr lang="en-GB" noProof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de-DE" noProof="0"/>
              <a:t>Bild durch Klicken auf Symbol hinzufügen</a:t>
            </a:r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en-GB" noProof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en-GB" noProof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fld id="{D76B855D-E9CC-4FF8-AD85-6CDC7B89A0DE}" type="slidenum">
              <a:rPr lang="en-GB" noProof="0" smtClean="0">
                <a:solidFill>
                  <a:prstClr val="black">
                    <a:tint val="75000"/>
                  </a:prstClr>
                </a:solidFill>
              </a:rPr>
              <a:pPr rtl="0">
                <a:defRPr/>
              </a:pPr>
              <a:t>‹Nr.›</a:t>
            </a:fld>
            <a:endParaRPr lang="en-GB" noProof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401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de-DE" noProof="0"/>
              <a:t>Mastertitelformat bearbeiten</a:t>
            </a:r>
            <a:endParaRPr lang="en-GB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Quarter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rtl="0">
              <a:defRPr/>
            </a:pPr>
            <a:r>
              <a:rPr lang="en-GB" noProof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rtl="0">
              <a:defRPr/>
            </a:pPr>
            <a:r>
              <a:rPr lang="en-GB" noProof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rtl="0">
              <a:defRPr/>
            </a:pPr>
            <a:fld id="{D76B855D-E9CC-4FF8-AD85-6CDC7B89A0DE}" type="slidenum">
              <a:rPr lang="en-GB" noProof="0" smtClean="0">
                <a:solidFill>
                  <a:prstClr val="black">
                    <a:tint val="75000"/>
                  </a:prstClr>
                </a:solidFill>
              </a:rPr>
              <a:pPr rtl="0">
                <a:defRPr/>
              </a:pPr>
              <a:t>‹Nr.›</a:t>
            </a:fld>
            <a:endParaRPr lang="en-GB" noProof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668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71" r:id="rId4"/>
    <p:sldLayoutId id="2147483770" r:id="rId5"/>
    <p:sldLayoutId id="2147483774" r:id="rId6"/>
    <p:sldLayoutId id="2147483783" r:id="rId7"/>
    <p:sldLayoutId id="2147483772" r:id="rId8"/>
    <p:sldLayoutId id="2147483773" r:id="rId9"/>
    <p:sldLayoutId id="2147483785" r:id="rId10"/>
    <p:sldLayoutId id="2147483786" r:id="rId11"/>
    <p:sldLayoutId id="2147483787" r:id="rId12"/>
    <p:sldLayoutId id="2147483775" r:id="rId13"/>
    <p:sldLayoutId id="2147483788" r:id="rId14"/>
    <p:sldLayoutId id="2147483776" r:id="rId15"/>
    <p:sldLayoutId id="2147483777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08836-40C5-46C2-81BA-21AA271769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en-GB">
                <a:solidFill>
                  <a:srgbClr val="FFFFFF"/>
                </a:solidFill>
              </a:rPr>
              <a:t>Activity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CC4EC4-809C-4FD2-AA20-009F08590D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Bauer Alina, </a:t>
            </a:r>
            <a:r>
              <a:rPr lang="en-GB" err="1">
                <a:solidFill>
                  <a:srgbClr val="FFFFFF"/>
                </a:solidFill>
              </a:rPr>
              <a:t>Erkol</a:t>
            </a:r>
            <a:r>
              <a:rPr lang="en-GB">
                <a:solidFill>
                  <a:srgbClr val="FFFFFF"/>
                </a:solidFill>
              </a:rPr>
              <a:t> Yasin, Scharrer Raphael </a:t>
            </a:r>
          </a:p>
          <a:p>
            <a:pPr rtl="0"/>
            <a:r>
              <a:rPr lang="en-GB">
                <a:solidFill>
                  <a:srgbClr val="FFFFFF"/>
                </a:solidFill>
              </a:rPr>
              <a:t>5AHITM</a:t>
            </a:r>
          </a:p>
          <a:p>
            <a:pPr rt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0962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290457-2071-4F7C-9327-CE85A282B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 err="1"/>
              <a:t>Activity</a:t>
            </a:r>
            <a:r>
              <a:rPr lang="de-DE" noProof="0"/>
              <a:t> erklärt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67B1E24-2840-4BB0-AE5A-2320A01CB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de-DE" noProof="0"/>
              <a:t>Bekanntes Brettspiel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de-DE" noProof="0"/>
              <a:t>Mindestens zwei Teams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de-DE" noProof="0"/>
              <a:t>Zufällige Begriffe</a:t>
            </a:r>
            <a:r>
              <a:rPr lang="de-DE"/>
              <a:t> müssen erraten</a:t>
            </a:r>
            <a:r>
              <a:rPr lang="de-DE" noProof="0"/>
              <a:t> werden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de-DE" noProof="0"/>
              <a:t>Je nach Feld: </a:t>
            </a:r>
            <a:r>
              <a:rPr lang="de-DE"/>
              <a:t>Erklären</a:t>
            </a:r>
            <a:r>
              <a:rPr lang="de-DE" noProof="0"/>
              <a:t>, </a:t>
            </a:r>
            <a:r>
              <a:rPr lang="de-DE"/>
              <a:t>Zeichnen</a:t>
            </a:r>
            <a:r>
              <a:rPr lang="de-DE" noProof="0"/>
              <a:t> oder </a:t>
            </a:r>
            <a:r>
              <a:rPr lang="de-DE"/>
              <a:t>Pantomime</a:t>
            </a:r>
            <a:endParaRPr lang="de-DE" noProof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de-DE" noProof="0"/>
              <a:t>1min Zeit pro Begriff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/>
              <a:t>Das Team, das zuerst das Ziel erreicht, gewinnt</a:t>
            </a:r>
            <a:endParaRPr lang="de-DE" noProof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01CAB10-68AF-4904-BD59-D332B297A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>
              <a:defRPr/>
            </a:pPr>
            <a:r>
              <a:rPr lang="en-GB" dirty="0">
                <a:solidFill>
                  <a:prstClr val="black">
                    <a:tint val="75000"/>
                  </a:prstClr>
                </a:solidFill>
              </a:rPr>
              <a:t>16/04/2026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96B342A5-1683-4650-BB07-B98D8B23C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u="none" strike="noStrike" kern="1200" cap="none" spc="0" normalizeH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Activity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46EEA4F1-5FA3-4EBF-97F1-DF392077D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en-GB" sz="1200" b="0" i="0" u="none" strike="noStrike" kern="1200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Bildplatzhalter 6" descr="Ein Bild, das Spiele, Brettspiel enthält.&#10;&#10;KI-generierte Inhalte können fehlerhaft sein.">
            <a:extLst>
              <a:ext uri="{FF2B5EF4-FFF2-40B4-BE49-F238E27FC236}">
                <a16:creationId xmlns:a16="http://schemas.microsoft.com/office/drawing/2014/main" id="{58E39F2F-6A0F-B45B-EE02-8D31ECCE360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950" t="-2902" r="14260" b="1011"/>
          <a:stretch>
            <a:fillRect/>
          </a:stretch>
        </p:blipFill>
        <p:spPr>
          <a:xfrm>
            <a:off x="8444632" y="2521131"/>
            <a:ext cx="3207872" cy="3155359"/>
          </a:xfrm>
        </p:spPr>
      </p:pic>
      <p:pic>
        <p:nvPicPr>
          <p:cNvPr id="12" name="Bildplatzhalter 11" descr="Ein Bild, das Text, Handy, tragbares Kommunikationsgerät, mobiles Gerät enthält.&#10;&#10;KI-generierte Inhalte können fehlerhaft sein.">
            <a:extLst>
              <a:ext uri="{FF2B5EF4-FFF2-40B4-BE49-F238E27FC236}">
                <a16:creationId xmlns:a16="http://schemas.microsoft.com/office/drawing/2014/main" id="{673FF79E-B40F-7854-9304-8A3AE541B7C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/>
          <a:srcRect l="16639" r="1663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002193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C037F-9B04-45A9-8AE6-A85178849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GB" err="1">
                <a:solidFill>
                  <a:srgbClr val="FFFFFF"/>
                </a:solidFill>
              </a:rPr>
              <a:t>Spielen</a:t>
            </a:r>
            <a:endParaRPr lang="en-US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49FB76-25BA-4481-B88D-DCB748E166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3594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A5B93-0CC4-7533-4E5B-A511E5077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3A6112-C1D1-01F9-406B-F906459AC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 err="1"/>
              <a:t>Activity</a:t>
            </a:r>
            <a:endParaRPr lang="en-US" err="1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6D22F0-3517-127A-21A8-89682F0C4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/>
              <a:t>Macht mindestens 2 Teams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/>
              <a:t>Je nach Feld, müsst ihr Erklären, Zeichnen oder Pantomime</a:t>
            </a:r>
            <a:endParaRPr lang="de-DE" noProof="0"/>
          </a:p>
          <a:p>
            <a:pPr marL="342900" indent="-342900">
              <a:buChar char="•"/>
            </a:pPr>
            <a:r>
              <a:rPr lang="de-DE"/>
              <a:t>Auswahl der Punkte pro Begriff</a:t>
            </a:r>
            <a:endParaRPr lang="de-DE" noProof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/>
              <a:t>Je nach Aufgabe den Begriff erklären, zeichnen oder pantomimisch darstellen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/>
              <a:t>Die Teammitglieder erraten den Begriff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D928BEEF-9EE1-FE93-E54D-3293F1424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>
              <a:defRPr/>
            </a:pPr>
            <a:r>
              <a:rPr lang="en-GB" dirty="0">
                <a:solidFill>
                  <a:prstClr val="black">
                    <a:tint val="75000"/>
                  </a:prstClr>
                </a:solidFill>
              </a:rPr>
              <a:t>16/04/2026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FF046243-20AB-0DF5-3A53-06B0056B2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u="none" strike="noStrike" kern="1200" cap="none" spc="0" normalizeH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Activity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2973626-D216-13AD-3EED-7000F892E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en-GB" sz="1200" b="0" i="0" u="none" strike="noStrike" kern="1200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Bildplatzhalter 6" descr="Ein Bild, das Spiele, Brettspiel enthält.&#10;&#10;KI-generierte Inhalte können fehlerhaft sein.">
            <a:extLst>
              <a:ext uri="{FF2B5EF4-FFF2-40B4-BE49-F238E27FC236}">
                <a16:creationId xmlns:a16="http://schemas.microsoft.com/office/drawing/2014/main" id="{DEA55E50-D3B3-CF2E-B8C5-F5E6BB1DA63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950" t="-2902" r="14260" b="1011"/>
          <a:stretch>
            <a:fillRect/>
          </a:stretch>
        </p:blipFill>
        <p:spPr>
          <a:xfrm>
            <a:off x="8444632" y="2521131"/>
            <a:ext cx="3207872" cy="3155359"/>
          </a:xfrm>
        </p:spPr>
      </p:pic>
      <p:pic>
        <p:nvPicPr>
          <p:cNvPr id="12" name="Bildplatzhalter 11" descr="Ein Bild, das Text, Handy, tragbares Kommunikationsgerät, mobiles Gerät enthält.&#10;&#10;KI-generierte Inhalte können fehlerhaft sein.">
            <a:extLst>
              <a:ext uri="{FF2B5EF4-FFF2-40B4-BE49-F238E27FC236}">
                <a16:creationId xmlns:a16="http://schemas.microsoft.com/office/drawing/2014/main" id="{1F2DB5F5-DF9E-EE44-E6F8-9E61D7013FA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/>
          <a:srcRect l="16639" r="1663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571505152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Shapes">
      <a:dk1>
        <a:sysClr val="windowText" lastClr="000000"/>
      </a:dk1>
      <a:lt1>
        <a:sysClr val="window" lastClr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167138_TF78504181_Win32" id="{C0282433-D7EF-45DF-A8F6-65451AB0B295}" vid="{7A5F5F68-7204-400F-A78C-9EE75BE45B5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A449C04-64B3-4403-94B7-8D2284C38D1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413533D-8C39-401E-8B75-B1AEEEC56B93}">
  <ds:schemaRefs>
    <ds:schemaRef ds:uri="16c05727-aa75-4e4a-9b5f-8a80a1165891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BDEF148-1770-458F-8F5B-C3D0A278AA97}">
  <ds:schemaRefs>
    <ds:schemaRef ds:uri="16c05727-aa75-4e4a-9b5f-8a80a1165891"/>
    <ds:schemaRef ds:uri="http://purl.org/dc/dcmitype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71af3243-3dd4-4a8d-8c0d-dd76da1f02a5"/>
    <ds:schemaRef ds:uri="http://schemas.microsoft.com/office/2006/metadata/propertie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{113BBD9B-F84B-487F-BCF7-C71E02346D41}tf78504181_win32</Template>
  <TotalTime>0</TotalTime>
  <Words>93</Words>
  <Application>Microsoft Office PowerPoint</Application>
  <PresentationFormat>Breitbild</PresentationFormat>
  <Paragraphs>27</Paragraphs>
  <Slides>4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9" baseType="lpstr">
      <vt:lpstr>Arial</vt:lpstr>
      <vt:lpstr>Avenir Next LT Pro</vt:lpstr>
      <vt:lpstr>Calibri</vt:lpstr>
      <vt:lpstr>Tw Cen MT</vt:lpstr>
      <vt:lpstr>ShapesVTI</vt:lpstr>
      <vt:lpstr>Activity</vt:lpstr>
      <vt:lpstr>Activity erklärt</vt:lpstr>
      <vt:lpstr>Spielen</vt:lpstr>
      <vt:lpstr>Activity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Bauer Alina</dc:creator>
  <cp:lastModifiedBy>Bauer Alina</cp:lastModifiedBy>
  <cp:revision>2</cp:revision>
  <dcterms:created xsi:type="dcterms:W3CDTF">2025-06-23T08:20:22Z</dcterms:created>
  <dcterms:modified xsi:type="dcterms:W3CDTF">2026-03-12T08:16:59Z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